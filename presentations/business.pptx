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One dot is ten students. The filled ones do not graduate. The rate is 391 in 1,000 among the 3,630 whose outcome is settled, after setting aside 794 still enrolled.</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one of them costs three things. The student loses the years and the fees. The school loses the tuition. The country loses a graduate it had already half paid for.</a:t>
            </a:r>
          </a:p>
          <a:p>
            <a:pPr algn="l">
              <a:lnSpc>
                <a:spcPct val="130000"/>
              </a:lnSpc>
              <a:spcAft>
                <a:spcPts val="1000"/>
              </a:spcAft>
            </a:pPr>
            <a:r>
              <a:rPr sz="1400" b="0">
                <a:solidFill>
                  <a:srgbClr val="595959"/>
                </a:solidFill>
                <a:latin typeface="Calibri"/>
              </a:rPr>
              <a:t>The school already knows this is happening. What it does not know is which students. It finds out when the first exam results come back. By then half the year is gone. And the student is usually gone too.</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is the tuition one saved student pays back over a three year degree. A low estimate on purpose. The real loss to the student and the country is larger and harder to pin down. So it is left out.</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It is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Nothing else.</a:t>
            </a:r>
          </a:p>
          <a:p>
            <a:pPr algn="l">
              <a:lnSpc>
                <a:spcPct val="130000"/>
              </a:lnSpc>
              <a:spcAft>
                <a:spcPts val="900"/>
              </a:spcAft>
            </a:pPr>
            <a:r>
              <a:rPr sz="1400" b="0">
                <a:solidFill>
                  <a:srgbClr val="595959"/>
                </a:solidFill>
                <a:latin typeface="Calibri"/>
              </a:rPr>
              <a:t>Age. Course. How they applied. Whether they hold a scholarship. Whether the fees are paid. What their parents do. Everything on that list is known before the student sits in a single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a deliberate choice and it costs accuracy. A tool that waits for first-term results would be far more certain. It would also be useless.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Most at risk at the top. Not a label. Not a verdict. Never a number shown to a student. A starting point for a conversation, twelve months early.</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sized against what the tutoring team can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It decides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 of them.</a:t>
            </a:r>
          </a:p>
          <a:p>
            <a:pPr algn="l">
              <a:lnSpc>
                <a:spcPct val="130000"/>
              </a:lnSpc>
              <a:spcAft>
                <a:spcPts val="900"/>
              </a:spcAft>
            </a:pPr>
            <a:r>
              <a:rPr sz="1400" b="0">
                <a:solidFill>
                  <a:srgbClr val="595959"/>
                </a:solidFill>
                <a:latin typeface="Calibri"/>
              </a:rPr>
              <a:t>Eighty are missed. That is the honest number and it will not be zero. No tool that runs on an enrollment form finds everyone. A tool that claimed to would be lying.</a:t>
            </a:r>
          </a:p>
          <a:p>
            <a:pPr algn="l">
              <a:lnSpc>
                <a:spcPct val="130000"/>
              </a:lnSpc>
              <a:spcAft>
                <a:spcPts val="900"/>
              </a:spcAft>
            </a:pPr>
            <a:r>
              <a:rPr sz="1400" b="0">
                <a:solidFill>
                  <a:srgbClr val="595959"/>
                </a:solidFill>
                <a:latin typeface="Calibri"/>
              </a:rPr>
              <a:t>The 172 is the number worth arguing about, and slide 6 argues about it.</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the tool flags, roughly one in two. That is more than the tutoring team can staff, and the fairness fix on slide 8 is what brings the list back within reach.</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not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At 1 in 2</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64008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Best case is the most profitable cutoff. At 1 in 2 is the cutoff the tool deploys at, and the gap between them at 150 EUR is only 1,700 EUR. So aiming the tool at the team's capacity is nearly free. Slide 8 is the thing that is not free.</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four times what a contact costs. The money says reach out broadly. There is barely any sorting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students in every 1,000 are contacted who were never going to leave.</a:t>
            </a:r>
          </a:p>
          <a:p>
            <a:pPr algn="l">
              <a:lnSpc>
                <a:spcPct val="130000"/>
              </a:lnSpc>
              <a:spcAft>
                <a:spcPts val="900"/>
              </a:spcAft>
            </a:pPr>
            <a:r>
              <a:rPr sz="1400" b="0">
                <a:solidFill>
                  <a:srgbClr val="595959"/>
                </a:solidFill>
                <a:latin typeface="Calibri"/>
              </a:rPr>
              <a:t>That is the real cost of this tool and it is not paid in euros. It is paid by a student pulled into a help conversation they did not need. A student just told, in effect, that a system thinks they are failing.</a:t>
            </a:r>
          </a:p>
          <a:p>
            <a:pPr algn="l">
              <a:lnSpc>
                <a:spcPct val="130000"/>
              </a:lnSpc>
              <a:spcAft>
                <a:spcPts val="900"/>
              </a:spcAft>
            </a:pPr>
            <a:r>
              <a:rPr sz="1400" b="0">
                <a:solidFill>
                  <a:srgbClr val="595959"/>
                </a:solidFill>
                <a:latin typeface="Calibri"/>
              </a:rPr>
              <a:t>The number can be driven down. Flag fewer students and fewer graduates get bothered. But every student cut from the list is also a leaver the team never reaches. And the 80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The tool cannot do both at once. Find more leavers and it bothers more graduates. Bother fewer graduates and it finds fewer leavers. Where the school sits is a judgement about students, not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Which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Gender is the one that fails on fairness. The other three flag groups that really do drop out more, though age still needs a closer look.</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women who go on to drop out are never on the list at all. For men it is closer to one in eight.</a:t>
            </a:r>
          </a:p>
          <a:p>
            <a:pPr algn="l">
              <a:lnSpc>
                <a:spcPct val="125000"/>
              </a:lnSpc>
              <a:spcAft>
                <a:spcPts val="800"/>
              </a:spcAft>
            </a:pPr>
            <a:r>
              <a:rPr sz="1300" b="1">
                <a:solidFill>
                  <a:srgbClr val="1A1A1A"/>
                </a:solidFill>
                <a:latin typeface="Calibri"/>
              </a:rPr>
              <a:t>This does not show up in any count of who gets flagged.</a:t>
            </a:r>
          </a:p>
          <a:p>
            <a:pPr algn="l">
              <a:lnSpc>
                <a:spcPct val="125000"/>
              </a:lnSpc>
              <a:spcAft>
                <a:spcPts val="800"/>
              </a:spcAft>
            </a:pPr>
            <a:r>
              <a:rPr sz="1300" b="0">
                <a:solidFill>
                  <a:srgbClr val="595959"/>
                </a:solidFill>
                <a:latin typeface="Calibri"/>
              </a:rPr>
              <a:t>The tool flags men twice as often as women. So a check on flagging rates says men are over-contacted and stops there. That check is not wrong. It just answers a different question.</a:t>
            </a:r>
          </a:p>
          <a:p>
            <a:pPr algn="l">
              <a:lnSpc>
                <a:spcPct val="125000"/>
              </a:lnSpc>
              <a:spcAft>
                <a:spcPts val="800"/>
              </a:spcAft>
            </a:pPr>
            <a:r>
              <a:rPr sz="1300" b="0">
                <a:solidFill>
                  <a:srgbClr val="595959"/>
                </a:solidFill>
                <a:latin typeface="Calibri"/>
              </a:rPr>
              <a:t>The harm only appears when you stop counting who gets contacted and start counting who gets missed.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 real cost and it should be written down plainly, not buried in an appendix. Thirty students who would have been caught now will not be. In money that is about 8,000 EUR per 1,000 students at a 150 EUR contact, and the catch rate falls from about 8 in 10 to 7 in 10.</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The correction does not make the tool better. It makes it evenly bad.</a:t>
            </a:r>
          </a:p>
          <a:p>
            <a:pPr algn="l">
              <a:lnSpc>
                <a:spcPct val="125000"/>
              </a:lnSpc>
              <a:spcAft>
                <a:spcPts val="800"/>
              </a:spcAft>
            </a:pPr>
            <a:r>
              <a:rPr sz="1300" b="0">
                <a:solidFill>
                  <a:srgbClr val="595959"/>
                </a:solidFill>
                <a:latin typeface="Calibri"/>
              </a:rPr>
              <a:t>The list of about 410 fits what the team can reach, so everyone on it is contacted.</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correction closes the same gap and looks better on paper. Overall accuracy goes up.</a:t>
            </a:r>
          </a:p>
          <a:p>
            <a:pPr algn="l">
              <a:lnSpc>
                <a:spcPct val="125000"/>
              </a:lnSpc>
              <a:spcAft>
                <a:spcPts val="800"/>
              </a:spcAft>
            </a:pPr>
            <a:r>
              <a:rPr sz="1300" b="0">
                <a:solidFill>
                  <a:srgbClr val="595959"/>
                </a:solidFill>
                <a:latin typeface="Calibri"/>
              </a:rPr>
              <a:t>It gets there by contacting fewer students of every kind. It closes the gap by helping fewer people. And it costs seventy fewer leavers found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being as good at finding women as it is at finding men. Nobody but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not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Nobody is contacted. At the end of term, compare who it flagged against who actually left. And against who the tutors would have worried about anyway.
If it does not beat the tutors,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The list goes to a tutor. The tutor decides who to call.
This measures the thing nobody has measured yet. Whether reaching out actually keeps anyone. Every number on slide 5 rests on an assumption of three in ten. This is where that gets checked.</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School-wide, with the gender gap re-measured at every intake and reported to whoever owns this decision.
The gap was measured on one group of 130 women who left. It is not the kind of thing that stays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buy the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Not on a portal, not in a letter, not read out by a tutor. A person told they are seventy percent likely to fail has been handed a prediction,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single strongest signals in the tool are which course a student is on and what a parent does, and neither is something a student can change. That is why the tool is a prompt, not a verdict. The strongest signal the school can actually change is whether the fees are paid. A payment plan is cheaper than a tutor and treats the cause, not the symptom.</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The gender gap was measured once, on one group. Put it in the annual reporting line and give it an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One term. The tool runs, nobody is contacted, and at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only thing worth buying at this stage.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A ranked list for the tutoring team. Read by a person, acted on by a person. Not a label stuck on a student's record. That is a thing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It should not be trusted blindly, and it does not need to be.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2026-07-14T14:02:13Z</dcterms:created>
  <dcterms:modified xsi:type="dcterms:W3CDTF">2026-07-14T14:02:13Z</dcterms:modified>
  <cp:category/>
  <cp:contentStatus/>
  <dc:identifier/>
  <dc:language>en-US</dc:language>
</cp:coreProperties>
</file>