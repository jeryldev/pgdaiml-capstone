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removing it costs about five points of PR 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 A second bug hid here too. Unseeded 100-row sampling made the numbers drift, 0.90 one run and 0.68 the next, until the fix read all 2,904 rows.</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On raw association tuition led, but inside the model course leads.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down from 0.177 to 0.009.</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decides who is on the list</a:t>
            </a:r>
            <a:r>
              <a:rPr sz="1200" b="0">
                <a:solidFill>
                  <a:srgbClr val="595959"/>
                </a:solidFill>
                <a:latin typeface="Calibri"/>
              </a:rPr>
              <a:t>, the base model orders it, and the fair set of 410 fits the 450 the team can staff.</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2026-07-14T12:03:16Z</dcterms:created>
  <dcterms:modified xsi:type="dcterms:W3CDTF">2026-07-14T12:03:16Z</dcterms:modified>
  <cp:category/>
  <cp:contentStatus/>
  <dc:identifier/>
  <dc:language>en-US</dc:language>
</cp:coreProperties>
</file>