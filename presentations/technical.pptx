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balanced during training</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a yes or no call, Dropout against Graduate. Enrolled means the outcome is not settled, so those rows cannot teach the model what dropout looks like.</a:t>
            </a:r>
          </a:p>
          <a:p>
            <a:pPr algn="l">
              <a:lnSpc>
                <a:spcPct val="130000"/>
              </a:lnSpc>
              <a:spcAft>
                <a:spcPts val="900"/>
              </a:spcAft>
            </a:pPr>
            <a:r>
              <a:rPr sz="1400" b="0">
                <a:solidFill>
                  <a:srgbClr val="595959"/>
                </a:solidFill>
                <a:latin typeface="Calibri"/>
              </a:rPr>
              <a:t>The twelve curricular columns record first and second semester performance. They predict dropout almost perfectly, because a student failing courses is a student already leaving.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A model that calls everyone a graduate is right 61 percent of the time and catches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That is not a background fact. A student who has stopped paying is often a student already leaving. It nearly is the outcome, kept but watched, and Step 3 measures what the model loses without it.</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numbers come back on slide 10.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p = 9.2e-65. Older entrants drop out more. Admission grade and previous qualification grade follow. Unemployment and inflation show no real difference,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 socioeconomic pressure score, one point each for owing money, falling behind on tuition, and holding no scholarship. It ranked first on mutual information, ahead of every raw column in the file.</a:t>
            </a:r>
          </a:p>
          <a:p>
            <a:pPr algn="l">
              <a:lnSpc>
                <a:spcPct val="120000"/>
              </a:lnSpc>
              <a:spcAft>
                <a:spcPts val="700"/>
              </a:spcAft>
            </a:pPr>
            <a:r>
              <a:rPr sz="1300" b="0">
                <a:solidFill>
                  <a:srgbClr val="595959"/>
                </a:solidFill>
                <a:latin typeface="Calibri"/>
              </a:rPr>
              <a:t>Then the model said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One value. Exactly 2, on all 2,904 training rows.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overlap was fine. VIF said so.</a:t>
            </a:r>
            <a:r>
              <a:rPr sz="1200" b="0">
                <a:solidFill>
                  <a:srgbClr val="595959"/>
                </a:solidFill>
                <a:latin typeface="Calibri"/>
              </a:rPr>
              <a:t> VIF only reads the six numbers.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Same model, same data.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The model reads owing money as protective and a scholarship as a risk. The data says the opposite, loudly.</a:t>
            </a:r>
          </a:p>
          <a:p>
            <a:pPr algn="l">
              <a:lnSpc>
                <a:spcPct val="120000"/>
              </a:lnSpc>
              <a:spcAft>
                <a:spcPts val="700"/>
              </a:spcAft>
            </a:pPr>
            <a:r>
              <a:rPr sz="1300" b="0">
                <a:solidFill>
                  <a:srgbClr val="595959"/>
                </a:solidFill>
                <a:latin typeface="Calibri"/>
              </a:rPr>
              <a:t>Accuracy never moved. The score carried no information the model did not already have. What it did was make the model unreadable, and every explanation in Step 5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Zero of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Four weak columns come out.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on mutual information at 0.0534, below the raw age column it bends. That score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takes seven of nine parts to reach 90 percent of the variation. Nothing to compress, which matches the low VIF. So PCA rides into Step 4 as a seventh model rather than sitting in a chart nobody uses.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gone, and the score went slightly up. Cutting 131 columns for free is 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by cross-validation, five held-out slices of the training set. The test set is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The two ranges overlap almost completely, and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It is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Not because it scores highest, because it does not. When two models are tied, the tiebreak should be something that matters, and here that is whether a student can be told why they were flagged.</a:t>
            </a:r>
          </a:p>
          <a:p>
            <a:pPr algn="l">
              <a:lnSpc>
                <a:spcPct val="120000"/>
              </a:lnSpc>
              <a:spcAft>
                <a:spcPts val="700"/>
              </a:spcAft>
            </a:pPr>
            <a:r>
              <a:rPr sz="1200" b="0">
                <a:solidFill>
                  <a:srgbClr val="595959"/>
                </a:solidFill>
                <a:latin typeface="Calibri"/>
              </a:rPr>
              <a:t>PCA lands fourth, one thousandth behind. A principal component is a blend of nine columns, so a student flagged by it could never be told why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depends on the model and the cutoff together, not the model alone. The default cutoff is 0.5, and nobody chose it.</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A staffing decision made by accident, by a library default. Move it to 45 percent and recall climbs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and the table had let me get away with it.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The binary flag is not.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a column. It is seventeen category columns, so its importance got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single fragment of the strongest feature in the model sat fifth, behind four binary flags. Mother's occupation did not appear at all.</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far ahead at 1.126. Neither a course nor a parent's occupation is a warning a student can act on. The model substantially finds students who started from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Demanding the model flag both groups equally is demanding it be wrong on purpose. So the real-world gap goes into the table, next to the metric. If the flagging gap is about the size of the outcome gap, the model reports a disparity. If it is bigger, the model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flagging gap 0.369. The model's disparity is smaller than the one in the world. Its DI ratio of 0.545 sits below the 0.8 line, and the old audit called that a failure. It is not.</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flagging gap 0.350. The gap the model creates is bigger than the gap in the world.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women who go on to drop out are never flagged at all. For men it is closer to one in eight. That appears in no flagging-rate metric. It only appears once you stop counting flags and start counting errors.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That is the finding. Not that every group fails the equal-rate test,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slice swing. Then I came here and quoted fairness numbers to three decimals off one 726-row split, without asking what the noise was. So I went back and asked.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The recall gap rests on 130 students, not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a:t>
            </a:r>
            <a:r>
              <a:rPr sz="1200" b="0">
                <a:solidFill>
                  <a:srgbClr val="595959"/>
                </a:solidFill>
                <a:latin typeface="Calibri"/>
              </a:rPr>
              <a:t> at a cutoff chosen against staffing, on enrollment-time data only.</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those gaps are reported rather than invented. Age band is unresolved, error gap 0.572, and it needs its own pass.</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It is a decision about which students get help.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2026-07-14T08:31:09Z</dcterms:created>
  <dcterms:modified xsi:type="dcterms:W3CDTF">2026-07-14T08:31:09Z</dcterms:modified>
  <cp:category/>
  <cp:contentStatus/>
  <dc:identifier/>
  <dc:language>en-US</dc:language>
</cp:coreProperties>
</file>